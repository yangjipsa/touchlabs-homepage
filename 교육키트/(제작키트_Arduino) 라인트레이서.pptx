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83" r:id="rId2"/>
    <p:sldId id="1984" r:id="rId3"/>
  </p:sldIdLst>
  <p:sldSz cx="9144000" cy="6858000" type="screen4x3"/>
  <p:notesSz cx="7104063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3B0"/>
    <a:srgbClr val="FF4343"/>
    <a:srgbClr val="00FF00"/>
    <a:srgbClr val="61FF61"/>
    <a:srgbClr val="970F5F"/>
    <a:srgbClr val="E9EBF5"/>
    <a:srgbClr val="CFD5EA"/>
    <a:srgbClr val="FF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902" autoAdjust="0"/>
  </p:normalViewPr>
  <p:slideViewPr>
    <p:cSldViewPr>
      <p:cViewPr varScale="1">
        <p:scale>
          <a:sx n="99" d="100"/>
          <a:sy n="99" d="100"/>
        </p:scale>
        <p:origin x="1818" y="306"/>
      </p:cViewPr>
      <p:guideLst>
        <p:guide orient="horz" pos="102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2820" y="114"/>
      </p:cViewPr>
      <p:guideLst>
        <p:guide orient="horz" pos="3223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2019 </a:t>
            </a:r>
            <a:r>
              <a:rPr lang="ko-KR" altLang="en-US"/>
              <a:t>스마트시스템 코딩스쿨 교육자료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29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29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B75F62D-7451-4496-B3BC-31447A9706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525304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2019 </a:t>
            </a:r>
            <a:r>
              <a:rPr lang="ko-KR" altLang="en-US"/>
              <a:t>스마트시스템 코딩스쿨 교육자료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629" y="1"/>
            <a:ext cx="3078763" cy="511649"/>
          </a:xfrm>
          <a:prstGeom prst="rect">
            <a:avLst/>
          </a:prstGeom>
        </p:spPr>
        <p:txBody>
          <a:bodyPr vert="horz" lIns="94753" tIns="47376" rIns="94753" bIns="4737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3" tIns="47376" rIns="94753" bIns="4737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742" y="4861483"/>
            <a:ext cx="5682582" cy="4604834"/>
          </a:xfrm>
          <a:prstGeom prst="rect">
            <a:avLst/>
          </a:prstGeom>
        </p:spPr>
        <p:txBody>
          <a:bodyPr vert="horz" lIns="94753" tIns="47376" rIns="94753" bIns="47376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629" y="9721322"/>
            <a:ext cx="3078763" cy="511648"/>
          </a:xfrm>
          <a:prstGeom prst="rect">
            <a:avLst/>
          </a:prstGeom>
        </p:spPr>
        <p:txBody>
          <a:bodyPr vert="horz" lIns="94753" tIns="47376" rIns="94753" bIns="4737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018BFF7-92E1-468D-8B46-CA9CF1F141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98153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2348881"/>
            <a:ext cx="7886700" cy="720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34"/>
            <a:ext cx="1364520" cy="44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2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2E99AA94-0ADC-40B3-B182-102584D6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64227"/>
            <a:ext cx="8640960" cy="51115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effectLst/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75F23B8-49E2-42EE-8F3A-4D9FBF12EC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520" y="1130090"/>
            <a:ext cx="8640960" cy="5591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  <a:defRPr sz="1800" b="1">
                <a:solidFill>
                  <a:srgbClr val="383054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  <a:lvl2pPr marL="534988" indent="-263525">
              <a:lnSpc>
                <a:spcPct val="150000"/>
              </a:lnSpc>
              <a:buFont typeface="Wingdings" panose="05000000000000000000" pitchFamily="2" charset="2"/>
              <a:buChar char="Ø"/>
              <a:defRPr sz="1600" b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2pPr>
            <a:lvl3pPr marL="715963" indent="-182563">
              <a:lnSpc>
                <a:spcPct val="150000"/>
              </a:lnSpc>
              <a:buFont typeface="Wingdings" panose="05000000000000000000" pitchFamily="2" charset="2"/>
              <a:buChar char="ü"/>
              <a:defRPr sz="1300" b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3pPr>
            <a:lvl4pPr marL="987425" indent="-180975">
              <a:defRPr sz="1300" b="0">
                <a:latin typeface="나눔고딕" panose="020D0604000000000000"/>
                <a:ea typeface="나눔고딕" panose="020D0604000000000000"/>
              </a:defRPr>
            </a:lvl4pPr>
            <a:lvl5pPr marL="1168400" indent="-180975">
              <a:defRPr sz="1300" b="0">
                <a:latin typeface="나눔고딕" panose="020D0604000000000000"/>
                <a:ea typeface="나눔고딕" panose="020D060400000000000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7C0F0F-A7E3-485D-89BB-14D1C3C14E4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51520" y="1052736"/>
            <a:ext cx="8640960" cy="0"/>
          </a:xfrm>
          <a:prstGeom prst="line">
            <a:avLst/>
          </a:prstGeom>
          <a:solidFill>
            <a:schemeClr val="accent1"/>
          </a:solidFill>
          <a:ln w="66675" cap="rnd" cmpd="sng" algn="ctr">
            <a:gradFill flip="none" rotWithShape="1">
              <a:gsLst>
                <a:gs pos="0">
                  <a:srgbClr val="002060"/>
                </a:gs>
                <a:gs pos="63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99000B1-67AC-4346-A563-C0A71B179767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460432" y="90497"/>
            <a:ext cx="681750" cy="269001"/>
          </a:xfrm>
          <a:prstGeom prst="rect">
            <a:avLst/>
          </a:prstGeom>
          <a:ln/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050" b="1" kern="1200">
                <a:solidFill>
                  <a:schemeClr val="bg1"/>
                </a:solidFill>
                <a:latin typeface="나눔고딕" panose="020D0604000000000000"/>
                <a:ea typeface="나눔고딕" panose="020D0604000000000000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773E7B7-9464-4F47-A6B8-52C2F2DAF3C7}" type="slidenum">
              <a:rPr lang="en-US" altLang="ko-KR" b="1" smtClean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pPr algn="r">
                <a:defRPr/>
              </a:pPr>
              <a:t>‹#›</a:t>
            </a:fld>
            <a:endParaRPr lang="en-US" altLang="ko-KR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300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EEE058-5147-42E8-ABA4-19FD56821D51}"/>
              </a:ext>
            </a:extLst>
          </p:cNvPr>
          <p:cNvSpPr/>
          <p:nvPr userDrawn="1"/>
        </p:nvSpPr>
        <p:spPr>
          <a:xfrm>
            <a:off x="0" y="2357"/>
            <a:ext cx="9144000" cy="45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34"/>
            <a:ext cx="1364520" cy="4447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4" r:id="rId2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2585" b="1" kern="1200" dirty="0">
          <a:solidFill>
            <a:srgbClr val="12521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6531" indent="-31653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lang="ko-KR" altLang="en-US" sz="1662" b="1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17" indent="-263776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lang="ko-KR" altLang="en-US" sz="129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055103" indent="-21102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lang="ko-KR" altLang="en-US" sz="1108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lang="ko-KR" altLang="en-US" sz="166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lang="ko-KR" altLang="en-US" sz="1662" kern="1200" dirty="0" smtClean="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B3753-0CCB-4AED-8737-3ACCA811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Automobile Kit (Line Tracer 3D)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5176F-1562-48DF-B001-FD13257C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Automobile Kit Configuration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D61893-E222-4911-A92C-CFD8D44B061E}"/>
              </a:ext>
            </a:extLst>
          </p:cNvPr>
          <p:cNvSpPr txBox="1"/>
          <p:nvPr/>
        </p:nvSpPr>
        <p:spPr>
          <a:xfrm>
            <a:off x="4677970" y="1682080"/>
            <a:ext cx="3888815" cy="4761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3d </a:t>
            </a:r>
            <a:r>
              <a:rPr lang="ko-KR" altLang="en-US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프린터 출력물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몸체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,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모터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,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센서 </a:t>
            </a:r>
            <a:r>
              <a:rPr lang="ko-KR" altLang="en-US" sz="11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고정대</a:t>
            </a:r>
            <a:endParaRPr lang="ko-KR" altLang="en-US" sz="11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보조바퀴 및 보조바퀴 </a:t>
            </a:r>
            <a:r>
              <a:rPr lang="ko-KR" altLang="en-US" sz="11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고정대</a:t>
            </a:r>
            <a:endParaRPr lang="ko-KR" altLang="en-US" sz="11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제어 및 센서 보드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Arduino UNO(R3) + USB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케이블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DC Motor Driver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HEXT IR Sensor Board X 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HexT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UNO Interface Board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모터와 바퀴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DC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모터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X 2, 66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파이 바퀴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X 2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기타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점퍼 케이블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(F/M) 100mm X 6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HexT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4-pin Cable X 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9V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건전지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Snap, 9V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건전지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M3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볼트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6mm X 16, M3 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볼트 </a:t>
            </a: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25mm X 4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2.5mm L</a:t>
            </a:r>
            <a:r>
              <a:rPr lang="ko-KR" altLang="en-US" sz="11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렌치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5ECFA5-E77B-401A-840C-390A585292DE}"/>
              </a:ext>
            </a:extLst>
          </p:cNvPr>
          <p:cNvGrpSpPr/>
          <p:nvPr/>
        </p:nvGrpSpPr>
        <p:grpSpPr>
          <a:xfrm>
            <a:off x="467928" y="1917216"/>
            <a:ext cx="3671640" cy="3671640"/>
            <a:chOff x="467928" y="1917216"/>
            <a:chExt cx="3671640" cy="3671640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7C1BF4C-A6C0-4F74-8052-A7D34BC2C567}"/>
                </a:ext>
              </a:extLst>
            </p:cNvPr>
            <p:cNvSpPr/>
            <p:nvPr/>
          </p:nvSpPr>
          <p:spPr>
            <a:xfrm>
              <a:off x="467928" y="1917216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2751B9C-0403-4CC4-B029-9CC0545C1DF3}"/>
                </a:ext>
              </a:extLst>
            </p:cNvPr>
            <p:cNvSpPr/>
            <p:nvPr/>
          </p:nvSpPr>
          <p:spPr>
            <a:xfrm>
              <a:off x="683568" y="2132856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AF4BCB-6EB6-4545-98B1-9776023972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091" b="90785" l="9168" r="89988">
                          <a14:foregroundMark x1="9650" y1="48070" x2="9288" y2="52553"/>
                          <a14:foregroundMark x1="43908" y1="90785" x2="52473" y2="90162"/>
                          <a14:foregroundMark x1="52593" y1="9091" x2="42340" y2="9838"/>
                          <a14:foregroundMark x1="89385" y1="47696" x2="89867" y2="50311"/>
                        </a14:backgroundRemoval>
                      </a14:imgEffect>
                    </a14:imgLayer>
                  </a14:imgProps>
                </a:ext>
              </a:extLst>
            </a:blip>
            <a:srcRect l="5474" t="4498" r="7001" b="4950"/>
            <a:stretch/>
          </p:blipFill>
          <p:spPr>
            <a:xfrm>
              <a:off x="502920" y="1950720"/>
              <a:ext cx="3573780" cy="3581400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8C578C7-12EA-4739-843C-28FCD6526992}"/>
                </a:ext>
              </a:extLst>
            </p:cNvPr>
            <p:cNvSpPr/>
            <p:nvPr/>
          </p:nvSpPr>
          <p:spPr>
            <a:xfrm>
              <a:off x="577215" y="2024597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91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B3753-0CCB-4AED-8737-3ACCA811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Automobile Kit (Line Tracer 3D)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5176F-1562-48DF-B001-FD13257C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교육과정 </a:t>
            </a:r>
            <a:r>
              <a:rPr lang="en-US" altLang="ko-KR" dirty="0"/>
              <a:t>- Automobile Kit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5ECFA5-E77B-401A-840C-390A585292DE}"/>
              </a:ext>
            </a:extLst>
          </p:cNvPr>
          <p:cNvGrpSpPr/>
          <p:nvPr/>
        </p:nvGrpSpPr>
        <p:grpSpPr>
          <a:xfrm>
            <a:off x="467928" y="1917216"/>
            <a:ext cx="3671640" cy="3671640"/>
            <a:chOff x="467928" y="1917216"/>
            <a:chExt cx="3671640" cy="3671640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7C1BF4C-A6C0-4F74-8052-A7D34BC2C567}"/>
                </a:ext>
              </a:extLst>
            </p:cNvPr>
            <p:cNvSpPr/>
            <p:nvPr/>
          </p:nvSpPr>
          <p:spPr>
            <a:xfrm>
              <a:off x="467928" y="1917216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2751B9C-0403-4CC4-B029-9CC0545C1DF3}"/>
                </a:ext>
              </a:extLst>
            </p:cNvPr>
            <p:cNvSpPr/>
            <p:nvPr/>
          </p:nvSpPr>
          <p:spPr>
            <a:xfrm>
              <a:off x="683568" y="2132856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AF4BCB-6EB6-4545-98B1-9776023972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091" b="90785" l="9168" r="89988">
                          <a14:foregroundMark x1="9650" y1="48070" x2="9288" y2="52553"/>
                          <a14:foregroundMark x1="43908" y1="90785" x2="52473" y2="90162"/>
                          <a14:foregroundMark x1="52593" y1="9091" x2="42340" y2="9838"/>
                          <a14:foregroundMark x1="89385" y1="47696" x2="89867" y2="50311"/>
                        </a14:backgroundRemoval>
                      </a14:imgEffect>
                    </a14:imgLayer>
                  </a14:imgProps>
                </a:ext>
              </a:extLst>
            </a:blip>
            <a:srcRect l="5474" t="4498" r="7001" b="4950"/>
            <a:stretch/>
          </p:blipFill>
          <p:spPr>
            <a:xfrm>
              <a:off x="502920" y="1950720"/>
              <a:ext cx="3573780" cy="3581400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8C578C7-12EA-4739-843C-28FCD6526992}"/>
                </a:ext>
              </a:extLst>
            </p:cNvPr>
            <p:cNvSpPr/>
            <p:nvPr/>
          </p:nvSpPr>
          <p:spPr>
            <a:xfrm>
              <a:off x="577215" y="2024597"/>
              <a:ext cx="3456000" cy="3456000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0AF83A4-095E-420E-934C-7C2010B26094}"/>
              </a:ext>
            </a:extLst>
          </p:cNvPr>
          <p:cNvSpPr txBox="1"/>
          <p:nvPr/>
        </p:nvSpPr>
        <p:spPr>
          <a:xfrm>
            <a:off x="4928942" y="2024769"/>
            <a:ext cx="4215058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아두이노</a:t>
            </a:r>
            <a:r>
              <a:rPr lang="ko-KR" altLang="en-US" sz="15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프로그래밍 교육</a:t>
            </a:r>
            <a:endParaRPr lang="en-US" altLang="ko-KR" sz="15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개발환경 구축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기본 문법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자율주행센서 교육</a:t>
            </a:r>
            <a:endParaRPr lang="en-US" altLang="ko-KR" sz="15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IR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센서 </a:t>
            </a: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– 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라인 검출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DC 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모터 제어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자율주행자동차 교육</a:t>
            </a:r>
            <a:endParaRPr lang="en-US" altLang="ko-KR" sz="15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자율주행자동차 원리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자율주행자동차</a:t>
            </a: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(</a:t>
            </a:r>
            <a:r>
              <a:rPr lang="ko-KR" altLang="en-US" sz="12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라인트레이서</a:t>
            </a: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) HW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제작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자율주행자동차</a:t>
            </a: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(</a:t>
            </a:r>
            <a:r>
              <a:rPr lang="ko-KR" altLang="en-US" sz="1200" b="1" dirty="0" err="1">
                <a:latin typeface="HY그래픽M" panose="02030600000101010101" pitchFamily="18" charset="-127"/>
                <a:ea typeface="HY그래픽M" panose="02030600000101010101" pitchFamily="18" charset="-127"/>
              </a:rPr>
              <a:t>라인트레이서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en-US" altLang="ko-KR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) SW </a:t>
            </a: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제작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latin typeface="HY그래픽M" panose="02030600000101010101" pitchFamily="18" charset="-127"/>
                <a:ea typeface="HY그래픽M" panose="02030600000101010101" pitchFamily="18" charset="-127"/>
              </a:rPr>
              <a:t>자율주행 테스트</a:t>
            </a:r>
            <a:endParaRPr lang="en-US" altLang="ko-KR" sz="12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500" b="1" dirty="0"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911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0000FF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227075</TotalTime>
  <Words>142</Words>
  <Application>Microsoft Office PowerPoint</Application>
  <PresentationFormat>화면 슬라이드 쇼(4:3)</PresentationFormat>
  <Paragraphs>33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HY그래픽M</vt:lpstr>
      <vt:lpstr>굴림</vt:lpstr>
      <vt:lpstr>나눔고딕</vt:lpstr>
      <vt:lpstr>나눔스퀘어라운드 ExtraBold</vt:lpstr>
      <vt:lpstr>맑은 고딕</vt:lpstr>
      <vt:lpstr>Arial</vt:lpstr>
      <vt:lpstr>Wingdings</vt:lpstr>
      <vt:lpstr>Office 테마</vt:lpstr>
      <vt:lpstr>Automobile Kit (Line Tracer 3D)</vt:lpstr>
      <vt:lpstr>Automobile Kit (Line Tracer 3D)</vt:lpstr>
    </vt:vector>
  </TitlesOfParts>
  <Company>kjwkor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rcs2119</dc:creator>
  <cp:lastModifiedBy>SeonJe Yang</cp:lastModifiedBy>
  <cp:revision>7327</cp:revision>
  <cp:lastPrinted>2019-07-21T07:32:47Z</cp:lastPrinted>
  <dcterms:created xsi:type="dcterms:W3CDTF">2010-04-30T04:24:12Z</dcterms:created>
  <dcterms:modified xsi:type="dcterms:W3CDTF">2026-03-21T23:48:30Z</dcterms:modified>
</cp:coreProperties>
</file>